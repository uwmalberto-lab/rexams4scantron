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3328112B-AE5B-4A90-9B8F-E513CA2C72A4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837814-A1C4-46AD-A612-474CC7A7A5A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CF3124-EC8F-4760-9B60-B96E4BCD9C4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AC768A-F23D-41A8-AC78-FE90CBB8033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D4F640-59DF-4223-90FF-FB3185968F4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FD62FF-B8D8-4753-B926-89436D6718F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280" cy="438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74C0B1-9390-4C19-BF38-D5A2877F78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3A52EE-E2FC-4148-8875-90C7173FD9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78839E-A6EF-49A1-97E9-B227CE376D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18966C-D3A6-48C4-843B-81A7B46E0C7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E26A0E-5832-4A93-90E8-5F003D1377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8DEB26-8F2D-4674-8732-11112880ECC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D9B619F-D6CF-46BC-A05B-D1B85104915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77B8244-5FB4-45EF-AA55-1F2E2C56F001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>
            <a:off x="448200" y="1947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"/>
          <p:cNvSpPr/>
          <p:nvPr/>
        </p:nvSpPr>
        <p:spPr>
          <a:xfrm>
            <a:off x="1168200" y="1947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"/>
          <p:cNvSpPr/>
          <p:nvPr/>
        </p:nvSpPr>
        <p:spPr>
          <a:xfrm>
            <a:off x="1888200" y="1947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"/>
          <p:cNvSpPr/>
          <p:nvPr/>
        </p:nvSpPr>
        <p:spPr>
          <a:xfrm>
            <a:off x="2644200" y="1947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"/>
          <p:cNvSpPr/>
          <p:nvPr/>
        </p:nvSpPr>
        <p:spPr>
          <a:xfrm>
            <a:off x="3400200" y="1947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"/>
          <p:cNvSpPr/>
          <p:nvPr/>
        </p:nvSpPr>
        <p:spPr>
          <a:xfrm>
            <a:off x="520200" y="1490400"/>
            <a:ext cx="456840" cy="4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latin typeface="Arial"/>
              </a:rPr>
              <a:t>a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1240200" y="1490760"/>
            <a:ext cx="456840" cy="4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latin typeface="Arial"/>
              </a:rPr>
              <a:t>b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1960200" y="1491120"/>
            <a:ext cx="456840" cy="4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latin typeface="Arial"/>
              </a:rPr>
              <a:t>c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2716200" y="1491480"/>
            <a:ext cx="456840" cy="4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latin typeface="Arial"/>
              </a:rPr>
              <a:t>d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3400200" y="1491840"/>
            <a:ext cx="456840" cy="4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latin typeface="Arial"/>
              </a:rPr>
              <a:t>e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448200" y="2703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" name=""/>
          <p:cNvSpPr/>
          <p:nvPr/>
        </p:nvSpPr>
        <p:spPr>
          <a:xfrm>
            <a:off x="1168200" y="2703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"/>
          <p:cNvSpPr/>
          <p:nvPr/>
        </p:nvSpPr>
        <p:spPr>
          <a:xfrm>
            <a:off x="1888200" y="2703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"/>
          <p:cNvSpPr/>
          <p:nvPr/>
        </p:nvSpPr>
        <p:spPr>
          <a:xfrm>
            <a:off x="2644200" y="2703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"/>
          <p:cNvSpPr/>
          <p:nvPr/>
        </p:nvSpPr>
        <p:spPr>
          <a:xfrm>
            <a:off x="3400200" y="2703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"/>
          <p:cNvSpPr/>
          <p:nvPr/>
        </p:nvSpPr>
        <p:spPr>
          <a:xfrm>
            <a:off x="3983400" y="2682000"/>
            <a:ext cx="246600" cy="5572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21600" y="5400"/>
                </a:moveTo>
                <a:lnTo>
                  <a:pt x="5400" y="5400"/>
                </a:lnTo>
                <a:lnTo>
                  <a:pt x="5400" y="0"/>
                </a:lnTo>
                <a:lnTo>
                  <a:pt x="0" y="10800"/>
                </a:lnTo>
                <a:lnTo>
                  <a:pt x="5400" y="21600"/>
                </a:lnTo>
                <a:lnTo>
                  <a:pt x="5400" y="16200"/>
                </a:lnTo>
                <a:lnTo>
                  <a:pt x="21600" y="16200"/>
                </a:lnTo>
                <a:close/>
              </a:path>
            </a:pathLst>
          </a:custGeom>
          <a:solidFill>
            <a:srgbClr val="c9211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"/>
          <p:cNvSpPr/>
          <p:nvPr/>
        </p:nvSpPr>
        <p:spPr>
          <a:xfrm>
            <a:off x="4287600" y="2718000"/>
            <a:ext cx="59036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Incorrect, please correct as shown below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168200" y="1947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"/>
          <p:cNvSpPr/>
          <p:nvPr/>
        </p:nvSpPr>
        <p:spPr>
          <a:xfrm>
            <a:off x="448200" y="3423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"/>
          <p:cNvSpPr/>
          <p:nvPr/>
        </p:nvSpPr>
        <p:spPr>
          <a:xfrm>
            <a:off x="1168200" y="3423600"/>
            <a:ext cx="456840" cy="456840"/>
          </a:xfrm>
          <a:prstGeom prst="rect">
            <a:avLst/>
          </a:prstGeom>
          <a:solidFill>
            <a:srgbClr val="000000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"/>
          <p:cNvSpPr/>
          <p:nvPr/>
        </p:nvSpPr>
        <p:spPr>
          <a:xfrm>
            <a:off x="1888200" y="3423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"/>
          <p:cNvSpPr/>
          <p:nvPr/>
        </p:nvSpPr>
        <p:spPr>
          <a:xfrm>
            <a:off x="2644200" y="3423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"/>
          <p:cNvSpPr/>
          <p:nvPr/>
        </p:nvSpPr>
        <p:spPr>
          <a:xfrm>
            <a:off x="3400200" y="3423600"/>
            <a:ext cx="456840" cy="456840"/>
          </a:xfrm>
          <a:prstGeom prst="rect">
            <a:avLst/>
          </a:pr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" name=""/>
          <p:cNvSpPr/>
          <p:nvPr/>
        </p:nvSpPr>
        <p:spPr>
          <a:xfrm>
            <a:off x="1746000" y="4390200"/>
            <a:ext cx="75434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You can fill the entire box to deselect an incorrectly checked box. If you want to select answer </a:t>
            </a:r>
            <a:r>
              <a:rPr b="0" i="1" lang="en-US" sz="2400" spc="-1" strike="noStrike">
                <a:latin typeface="Arial"/>
              </a:rPr>
              <a:t>b</a:t>
            </a:r>
            <a:r>
              <a:rPr b="0" lang="en-US" sz="2400" spc="-1" strike="noStrike">
                <a:latin typeface="Arial"/>
              </a:rPr>
              <a:t> again, you will need to ask for a new answer sheet</a:t>
            </a:r>
            <a:endParaRPr b="0" lang="en-US" sz="2400" spc="-1" strike="noStrike">
              <a:latin typeface="Arial"/>
            </a:endParaRPr>
          </a:p>
        </p:txBody>
      </p:sp>
      <p:grpSp>
        <p:nvGrpSpPr>
          <p:cNvPr id="70" name=""/>
          <p:cNvGrpSpPr/>
          <p:nvPr/>
        </p:nvGrpSpPr>
        <p:grpSpPr>
          <a:xfrm>
            <a:off x="4105080" y="3162600"/>
            <a:ext cx="3429000" cy="540720"/>
            <a:chOff x="4105080" y="3162600"/>
            <a:chExt cx="3429000" cy="540720"/>
          </a:xfrm>
        </p:grpSpPr>
        <p:sp>
          <p:nvSpPr>
            <p:cNvPr id="71" name=""/>
            <p:cNvSpPr/>
            <p:nvPr/>
          </p:nvSpPr>
          <p:spPr>
            <a:xfrm rot="21576600">
              <a:off x="4105440" y="3489840"/>
              <a:ext cx="3427560" cy="2016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5400"/>
                  </a:moveTo>
                  <a:lnTo>
                    <a:pt x="5400" y="5400"/>
                  </a:lnTo>
                  <a:lnTo>
                    <a:pt x="5400" y="0"/>
                  </a:lnTo>
                  <a:lnTo>
                    <a:pt x="0" y="10800"/>
                  </a:lnTo>
                  <a:lnTo>
                    <a:pt x="5400" y="21600"/>
                  </a:lnTo>
                  <a:lnTo>
                    <a:pt x="5400" y="16200"/>
                  </a:lnTo>
                  <a:lnTo>
                    <a:pt x="21600" y="16200"/>
                  </a:lnTo>
                  <a:close/>
                </a:path>
              </a:pathLst>
            </a:custGeom>
            <a:solidFill>
              <a:srgbClr val="18a30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" name=""/>
            <p:cNvSpPr/>
            <p:nvPr/>
          </p:nvSpPr>
          <p:spPr>
            <a:xfrm>
              <a:off x="7497360" y="3162600"/>
              <a:ext cx="360" cy="403200"/>
            </a:xfrm>
            <a:prstGeom prst="line">
              <a:avLst/>
            </a:prstGeom>
            <a:ln w="73080">
              <a:solidFill>
                <a:srgbClr val="18a303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3" name=""/>
          <p:cNvSpPr/>
          <p:nvPr/>
        </p:nvSpPr>
        <p:spPr>
          <a:xfrm>
            <a:off x="4226400" y="1947600"/>
            <a:ext cx="5340240" cy="76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Correct way to fill in the answer sheet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3961800" y="1926000"/>
            <a:ext cx="264240" cy="5882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21600" y="5400"/>
                </a:moveTo>
                <a:lnTo>
                  <a:pt x="5400" y="5400"/>
                </a:lnTo>
                <a:lnTo>
                  <a:pt x="5400" y="0"/>
                </a:lnTo>
                <a:lnTo>
                  <a:pt x="0" y="10800"/>
                </a:lnTo>
                <a:lnTo>
                  <a:pt x="5400" y="21600"/>
                </a:lnTo>
                <a:lnTo>
                  <a:pt x="5400" y="16200"/>
                </a:lnTo>
                <a:lnTo>
                  <a:pt x="21600" y="16200"/>
                </a:lnTo>
                <a:close/>
              </a:path>
            </a:pathLst>
          </a:custGeom>
          <a:solidFill>
            <a:srgbClr val="18a30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"/>
          <p:cNvSpPr/>
          <p:nvPr/>
        </p:nvSpPr>
        <p:spPr>
          <a:xfrm flipH="1" flipV="1">
            <a:off x="1386000" y="3994200"/>
            <a:ext cx="360000" cy="601200"/>
          </a:xfrm>
          <a:prstGeom prst="line">
            <a:avLst/>
          </a:prstGeom>
          <a:ln w="73080">
            <a:solidFill>
              <a:srgbClr val="3465a4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"/>
          <p:cNvSpPr/>
          <p:nvPr/>
        </p:nvSpPr>
        <p:spPr>
          <a:xfrm>
            <a:off x="448200" y="212760"/>
            <a:ext cx="9381240" cy="11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To minimize corrections to the answer sheet, mark your answer selections first in the question booklet. Once you finish, fill the answer sheet with a black pen using the instructions below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1258920" y="2891880"/>
            <a:ext cx="220320" cy="187920"/>
          </a:xfrm>
          <a:custGeom>
            <a:avLst/>
            <a:gdLst/>
            <a:ahLst/>
            <a:rect l="l" t="t" r="r" b="b"/>
            <a:pathLst>
              <a:path fill="none" w="613" h="523">
                <a:moveTo>
                  <a:pt x="0" y="523"/>
                </a:moveTo>
                <a:cubicBezTo>
                  <a:pt x="128" y="415"/>
                  <a:pt x="234" y="306"/>
                  <a:pt x="386" y="202"/>
                </a:cubicBezTo>
                <a:lnTo>
                  <a:pt x="510" y="110"/>
                </a:lnTo>
                <a:lnTo>
                  <a:pt x="600" y="11"/>
                </a:lnTo>
                <a:lnTo>
                  <a:pt x="613" y="0"/>
                </a:lnTo>
              </a:path>
            </a:pathLst>
          </a:custGeom>
          <a:noFill/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"/>
          <p:cNvSpPr/>
          <p:nvPr/>
        </p:nvSpPr>
        <p:spPr>
          <a:xfrm>
            <a:off x="1924560" y="1967400"/>
            <a:ext cx="426240" cy="41760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" name=""/>
          <p:cNvSpPr/>
          <p:nvPr/>
        </p:nvSpPr>
        <p:spPr>
          <a:xfrm flipV="1">
            <a:off x="1919880" y="1955880"/>
            <a:ext cx="408240" cy="4352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"/>
          <p:cNvSpPr/>
          <p:nvPr/>
        </p:nvSpPr>
        <p:spPr>
          <a:xfrm>
            <a:off x="1916640" y="2731320"/>
            <a:ext cx="426240" cy="41760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" name=""/>
          <p:cNvSpPr/>
          <p:nvPr/>
        </p:nvSpPr>
        <p:spPr>
          <a:xfrm flipV="1">
            <a:off x="1896120" y="2719800"/>
            <a:ext cx="408240" cy="4352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"/>
          <p:cNvSpPr/>
          <p:nvPr/>
        </p:nvSpPr>
        <p:spPr>
          <a:xfrm>
            <a:off x="1924560" y="3443400"/>
            <a:ext cx="426240" cy="41760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"/>
          <p:cNvSpPr/>
          <p:nvPr/>
        </p:nvSpPr>
        <p:spPr>
          <a:xfrm flipV="1">
            <a:off x="1904040" y="3431880"/>
            <a:ext cx="408240" cy="435240"/>
          </a:xfrm>
          <a:prstGeom prst="line">
            <a:avLst/>
          </a:prstGeom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2025-11-10T17:25:32Z</dcterms:created>
  <dc:creator/>
  <dc:description/>
  <dc:language>en-US</dc:language>
  <cp:lastModifiedBy/>
  <dcterms:modified xsi:type="dcterms:W3CDTF">2025-11-29T12:58:24Z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1</vt:i4>
  </property>
  <property fmtid="{D5CDD505-2E9C-101B-9397-08002B2CF9AE}" pid="4" name="PresentationFormat">
    <vt:lpwstr>On-screen Show (4:3)</vt:lpwstr>
  </property>
  <property fmtid="{D5CDD505-2E9C-101B-9397-08002B2CF9AE}" pid="5" name="Slides">
    <vt:i4>1</vt:i4>
  </property>
</Properties>
</file>