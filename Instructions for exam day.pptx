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F7DFE8-B70E-46F3-8DE9-96F99F6E90C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BB0A76-4ED9-4199-89B3-99C72CAED71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CEC80D-A895-47B9-8033-9196CD58A0E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D3503E-B7B2-4538-B027-26281C411DE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C9949F-7620-4BB1-A5D0-D99C59B1D19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F1CF48-1B0D-49D4-A10F-E593B20ACAF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2D847F-FEE2-461A-AB97-61FB8335096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C017F0-EB95-473F-94E0-3D5AC1ABCE6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FAF93C-F552-4EE7-A827-6C942C3B2D0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698358-EF1E-48C0-8F2C-FBC8D843DB1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70A492-8B43-419B-83D5-D062E3ABF20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4E91A9-E4D6-4C51-AA9D-4784B7ECEE3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F21AC38B-DE23-4CCD-8205-3C5A4A95E0B6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/>
          <p:nvPr/>
        </p:nvSpPr>
        <p:spPr>
          <a:xfrm>
            <a:off x="448200" y="1947600"/>
            <a:ext cx="457200" cy="457200"/>
          </a:xfrm>
          <a:prstGeom prst="rect">
            <a:avLst/>
          </a:prstGeom>
          <a:noFill/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" name=""/>
          <p:cNvSpPr/>
          <p:nvPr/>
        </p:nvSpPr>
        <p:spPr>
          <a:xfrm>
            <a:off x="1168200" y="1947600"/>
            <a:ext cx="457200" cy="457200"/>
          </a:xfrm>
          <a:prstGeom prst="rect">
            <a:avLst/>
          </a:prstGeom>
          <a:noFill/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" name=""/>
          <p:cNvSpPr/>
          <p:nvPr/>
        </p:nvSpPr>
        <p:spPr>
          <a:xfrm>
            <a:off x="1888200" y="1947600"/>
            <a:ext cx="457200" cy="457200"/>
          </a:xfrm>
          <a:prstGeom prst="rect">
            <a:avLst/>
          </a:prstGeom>
          <a:noFill/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" name=""/>
          <p:cNvSpPr/>
          <p:nvPr/>
        </p:nvSpPr>
        <p:spPr>
          <a:xfrm>
            <a:off x="2644200" y="1947600"/>
            <a:ext cx="457200" cy="457200"/>
          </a:xfrm>
          <a:prstGeom prst="rect">
            <a:avLst/>
          </a:prstGeom>
          <a:noFill/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"/>
          <p:cNvSpPr/>
          <p:nvPr/>
        </p:nvSpPr>
        <p:spPr>
          <a:xfrm>
            <a:off x="3400200" y="1947600"/>
            <a:ext cx="457200" cy="457200"/>
          </a:xfrm>
          <a:prstGeom prst="rect">
            <a:avLst/>
          </a:prstGeom>
          <a:noFill/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"/>
          <p:cNvSpPr txBox="1"/>
          <p:nvPr/>
        </p:nvSpPr>
        <p:spPr>
          <a:xfrm>
            <a:off x="520200" y="1490400"/>
            <a:ext cx="457200" cy="402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200" spc="-1" strike="noStrike">
                <a:latin typeface="Arial"/>
              </a:rPr>
              <a:t>a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1240200" y="1490760"/>
            <a:ext cx="457200" cy="402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200" spc="-1" strike="noStrike">
                <a:latin typeface="Arial"/>
              </a:rPr>
              <a:t>b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1960200" y="1491120"/>
            <a:ext cx="457200" cy="402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200" spc="-1" strike="noStrike">
                <a:latin typeface="Arial"/>
              </a:rPr>
              <a:t>c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2716200" y="1491480"/>
            <a:ext cx="457200" cy="402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200" spc="-1" strike="noStrike">
                <a:latin typeface="Arial"/>
              </a:rPr>
              <a:t>d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3400200" y="1491840"/>
            <a:ext cx="457200" cy="402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200" spc="-1" strike="noStrike">
                <a:latin typeface="Arial"/>
              </a:rPr>
              <a:t>e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448200" y="2703600"/>
            <a:ext cx="457200" cy="457200"/>
          </a:xfrm>
          <a:prstGeom prst="rect">
            <a:avLst/>
          </a:prstGeom>
          <a:noFill/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"/>
          <p:cNvSpPr/>
          <p:nvPr/>
        </p:nvSpPr>
        <p:spPr>
          <a:xfrm>
            <a:off x="1168200" y="2703600"/>
            <a:ext cx="457200" cy="457200"/>
          </a:xfrm>
          <a:prstGeom prst="rect">
            <a:avLst/>
          </a:prstGeom>
          <a:noFill/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"/>
          <p:cNvSpPr/>
          <p:nvPr/>
        </p:nvSpPr>
        <p:spPr>
          <a:xfrm>
            <a:off x="1888200" y="2703600"/>
            <a:ext cx="457200" cy="457200"/>
          </a:xfrm>
          <a:prstGeom prst="rect">
            <a:avLst/>
          </a:prstGeom>
          <a:noFill/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"/>
          <p:cNvSpPr/>
          <p:nvPr/>
        </p:nvSpPr>
        <p:spPr>
          <a:xfrm>
            <a:off x="2644200" y="2703600"/>
            <a:ext cx="457200" cy="457200"/>
          </a:xfrm>
          <a:prstGeom prst="rect">
            <a:avLst/>
          </a:prstGeom>
          <a:noFill/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"/>
          <p:cNvSpPr/>
          <p:nvPr/>
        </p:nvSpPr>
        <p:spPr>
          <a:xfrm>
            <a:off x="3400200" y="2703600"/>
            <a:ext cx="457200" cy="457200"/>
          </a:xfrm>
          <a:prstGeom prst="rect">
            <a:avLst/>
          </a:prstGeom>
          <a:noFill/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"/>
          <p:cNvSpPr/>
          <p:nvPr/>
        </p:nvSpPr>
        <p:spPr>
          <a:xfrm>
            <a:off x="3983400" y="2682000"/>
            <a:ext cx="246960" cy="557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1600" y="5400"/>
                </a:moveTo>
                <a:lnTo>
                  <a:pt x="5400" y="5400"/>
                </a:lnTo>
                <a:lnTo>
                  <a:pt x="5400" y="0"/>
                </a:lnTo>
                <a:lnTo>
                  <a:pt x="0" y="10800"/>
                </a:lnTo>
                <a:lnTo>
                  <a:pt x="5400" y="21600"/>
                </a:lnTo>
                <a:lnTo>
                  <a:pt x="5400" y="16200"/>
                </a:lnTo>
                <a:lnTo>
                  <a:pt x="21600" y="16200"/>
                </a:lnTo>
                <a:close/>
              </a:path>
            </a:pathLst>
          </a:custGeom>
          <a:solidFill>
            <a:srgbClr val="c921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"/>
          <p:cNvSpPr txBox="1"/>
          <p:nvPr/>
        </p:nvSpPr>
        <p:spPr>
          <a:xfrm>
            <a:off x="4287600" y="2718000"/>
            <a:ext cx="5904000" cy="77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Arial"/>
              </a:rPr>
              <a:t>Incorrect, please correct as shown below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1168200" y="1947600"/>
            <a:ext cx="457200" cy="457200"/>
          </a:xfrm>
          <a:prstGeom prst="rect">
            <a:avLst/>
          </a:prstGeom>
          <a:noFill/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"/>
          <p:cNvSpPr/>
          <p:nvPr/>
        </p:nvSpPr>
        <p:spPr>
          <a:xfrm>
            <a:off x="448200" y="3423600"/>
            <a:ext cx="457200" cy="457200"/>
          </a:xfrm>
          <a:prstGeom prst="rect">
            <a:avLst/>
          </a:prstGeom>
          <a:noFill/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"/>
          <p:cNvSpPr/>
          <p:nvPr/>
        </p:nvSpPr>
        <p:spPr>
          <a:xfrm>
            <a:off x="1168200" y="3423600"/>
            <a:ext cx="457200" cy="457200"/>
          </a:xfrm>
          <a:prstGeom prst="rect">
            <a:avLst/>
          </a:prstGeom>
          <a:solidFill>
            <a:srgbClr val="000000"/>
          </a:solidFill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"/>
          <p:cNvSpPr/>
          <p:nvPr/>
        </p:nvSpPr>
        <p:spPr>
          <a:xfrm>
            <a:off x="1888200" y="3423600"/>
            <a:ext cx="457200" cy="457200"/>
          </a:xfrm>
          <a:prstGeom prst="rect">
            <a:avLst/>
          </a:prstGeom>
          <a:noFill/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"/>
          <p:cNvSpPr/>
          <p:nvPr/>
        </p:nvSpPr>
        <p:spPr>
          <a:xfrm>
            <a:off x="2644200" y="3423600"/>
            <a:ext cx="457200" cy="457200"/>
          </a:xfrm>
          <a:prstGeom prst="rect">
            <a:avLst/>
          </a:prstGeom>
          <a:noFill/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"/>
          <p:cNvSpPr/>
          <p:nvPr/>
        </p:nvSpPr>
        <p:spPr>
          <a:xfrm>
            <a:off x="3400200" y="3423600"/>
            <a:ext cx="457200" cy="457200"/>
          </a:xfrm>
          <a:prstGeom prst="rect">
            <a:avLst/>
          </a:prstGeom>
          <a:noFill/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4" name=""/>
          <p:cNvSpPr txBox="1"/>
          <p:nvPr/>
        </p:nvSpPr>
        <p:spPr>
          <a:xfrm>
            <a:off x="1746000" y="4390200"/>
            <a:ext cx="75438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Arial"/>
              </a:rPr>
              <a:t>You can fill the entire box to unselect an incorrectly checked box. If you want to select answer </a:t>
            </a:r>
            <a:r>
              <a:rPr b="0" i="1" lang="en-US" sz="2400" spc="-1" strike="noStrike">
                <a:latin typeface="Arial"/>
              </a:rPr>
              <a:t>b</a:t>
            </a:r>
            <a:r>
              <a:rPr b="0" lang="en-US" sz="2400" spc="-1" strike="noStrike">
                <a:latin typeface="Arial"/>
              </a:rPr>
              <a:t> again, you will need to ask for a new answer sheet</a:t>
            </a:r>
            <a:endParaRPr b="0" lang="en-US" sz="2400" spc="-1" strike="noStrike">
              <a:latin typeface="Arial"/>
            </a:endParaRPr>
          </a:p>
        </p:txBody>
      </p:sp>
      <p:grpSp>
        <p:nvGrpSpPr>
          <p:cNvPr id="65" name=""/>
          <p:cNvGrpSpPr/>
          <p:nvPr/>
        </p:nvGrpSpPr>
        <p:grpSpPr>
          <a:xfrm>
            <a:off x="4105440" y="3162600"/>
            <a:ext cx="3429360" cy="541440"/>
            <a:chOff x="4105440" y="3162600"/>
            <a:chExt cx="3429360" cy="541440"/>
          </a:xfrm>
        </p:grpSpPr>
        <p:sp>
          <p:nvSpPr>
            <p:cNvPr id="66" name=""/>
            <p:cNvSpPr/>
            <p:nvPr/>
          </p:nvSpPr>
          <p:spPr>
            <a:xfrm rot="21576600">
              <a:off x="4105800" y="3490200"/>
              <a:ext cx="3427920" cy="20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21600" y="5400"/>
                  </a:moveTo>
                  <a:lnTo>
                    <a:pt x="5400" y="5400"/>
                  </a:lnTo>
                  <a:lnTo>
                    <a:pt x="5400" y="0"/>
                  </a:lnTo>
                  <a:lnTo>
                    <a:pt x="0" y="10800"/>
                  </a:lnTo>
                  <a:lnTo>
                    <a:pt x="5400" y="21600"/>
                  </a:lnTo>
                  <a:lnTo>
                    <a:pt x="5400" y="16200"/>
                  </a:lnTo>
                  <a:lnTo>
                    <a:pt x="21600" y="16200"/>
                  </a:lnTo>
                  <a:close/>
                </a:path>
              </a:pathLst>
            </a:custGeom>
            <a:solidFill>
              <a:srgbClr val="18a30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" name=""/>
            <p:cNvSpPr/>
            <p:nvPr/>
          </p:nvSpPr>
          <p:spPr>
            <a:xfrm>
              <a:off x="7497360" y="3162600"/>
              <a:ext cx="0" cy="403200"/>
            </a:xfrm>
            <a:prstGeom prst="line">
              <a:avLst/>
            </a:prstGeom>
            <a:ln w="73080">
              <a:solidFill>
                <a:srgbClr val="18a30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68" name=""/>
          <p:cNvSpPr txBox="1"/>
          <p:nvPr/>
        </p:nvSpPr>
        <p:spPr>
          <a:xfrm>
            <a:off x="4226400" y="1947600"/>
            <a:ext cx="5340600" cy="77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Arial"/>
              </a:rPr>
              <a:t>Correct way to fill in the answer sheet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3961800" y="1926000"/>
            <a:ext cx="264600" cy="588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1600" y="5400"/>
                </a:moveTo>
                <a:lnTo>
                  <a:pt x="5400" y="5400"/>
                </a:lnTo>
                <a:lnTo>
                  <a:pt x="5400" y="0"/>
                </a:lnTo>
                <a:lnTo>
                  <a:pt x="0" y="10800"/>
                </a:lnTo>
                <a:lnTo>
                  <a:pt x="5400" y="21600"/>
                </a:lnTo>
                <a:lnTo>
                  <a:pt x="5400" y="16200"/>
                </a:lnTo>
                <a:lnTo>
                  <a:pt x="21600" y="16200"/>
                </a:lnTo>
                <a:close/>
              </a:path>
            </a:pathLst>
          </a:custGeom>
          <a:solidFill>
            <a:srgbClr val="18a30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"/>
          <p:cNvSpPr/>
          <p:nvPr/>
        </p:nvSpPr>
        <p:spPr>
          <a:xfrm flipH="1" flipV="1">
            <a:off x="1386000" y="3994200"/>
            <a:ext cx="360000" cy="601200"/>
          </a:xfrm>
          <a:prstGeom prst="line">
            <a:avLst/>
          </a:prstGeom>
          <a:ln w="73080">
            <a:solidFill>
              <a:srgbClr val="3465a4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71" name=""/>
          <p:cNvSpPr txBox="1"/>
          <p:nvPr/>
        </p:nvSpPr>
        <p:spPr>
          <a:xfrm>
            <a:off x="448200" y="212760"/>
            <a:ext cx="9381600" cy="110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Arial"/>
              </a:rPr>
              <a:t>To minimize corrections to the answer sheet, mark your answer selections first in the question booklet. Once you finish, fill the answer sheet with a black pen using the instructions below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1258920" y="2891880"/>
            <a:ext cx="220680" cy="188280"/>
          </a:xfrm>
          <a:custGeom>
            <a:avLst/>
            <a:gdLst/>
            <a:ahLst/>
            <a:rect l="0" t="0" r="r" b="b"/>
            <a:pathLst>
              <a:path fill="none" w="613" h="523">
                <a:moveTo>
                  <a:pt x="0" y="523"/>
                </a:moveTo>
                <a:cubicBezTo>
                  <a:pt x="128" y="415"/>
                  <a:pt x="234" y="306"/>
                  <a:pt x="386" y="202"/>
                </a:cubicBezTo>
                <a:lnTo>
                  <a:pt x="510" y="110"/>
                </a:lnTo>
                <a:lnTo>
                  <a:pt x="600" y="11"/>
                </a:lnTo>
                <a:lnTo>
                  <a:pt x="613" y="0"/>
                </a:lnTo>
              </a:path>
            </a:pathLst>
          </a:custGeom>
          <a:ln w="36720">
            <a:solidFill>
              <a:srgbClr val="000000"/>
            </a:solidFill>
            <a:round/>
          </a:ln>
        </p:spPr>
      </p:sp>
      <p:sp>
        <p:nvSpPr>
          <p:cNvPr id="73" name=""/>
          <p:cNvSpPr/>
          <p:nvPr/>
        </p:nvSpPr>
        <p:spPr>
          <a:xfrm>
            <a:off x="1924560" y="1967400"/>
            <a:ext cx="426240" cy="41760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4" name=""/>
          <p:cNvSpPr/>
          <p:nvPr/>
        </p:nvSpPr>
        <p:spPr>
          <a:xfrm flipV="1">
            <a:off x="1919880" y="1955880"/>
            <a:ext cx="408240" cy="43524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"/>
          <p:cNvSpPr/>
          <p:nvPr/>
        </p:nvSpPr>
        <p:spPr>
          <a:xfrm>
            <a:off x="1916640" y="2731320"/>
            <a:ext cx="426240" cy="41760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6" name=""/>
          <p:cNvSpPr/>
          <p:nvPr/>
        </p:nvSpPr>
        <p:spPr>
          <a:xfrm flipV="1">
            <a:off x="1896120" y="2719800"/>
            <a:ext cx="408240" cy="43524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"/>
          <p:cNvSpPr/>
          <p:nvPr/>
        </p:nvSpPr>
        <p:spPr>
          <a:xfrm>
            <a:off x="1924560" y="3443400"/>
            <a:ext cx="426240" cy="41760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" name=""/>
          <p:cNvSpPr/>
          <p:nvPr/>
        </p:nvSpPr>
        <p:spPr>
          <a:xfrm flipV="1">
            <a:off x="1904040" y="3431880"/>
            <a:ext cx="408240" cy="43524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2025-11-10T17:25:32Z</dcterms:created>
  <dc:creator/>
  <dc:description/>
  <dc:language>en-US</dc:language>
  <cp:lastModifiedBy/>
  <dcterms:modified xsi:type="dcterms:W3CDTF">2025-11-24T12:22:51Z</dcterms:modified>
  <cp:revision>5</cp:revision>
  <dc:subject/>
  <dc:title/>
</cp:coreProperties>
</file>